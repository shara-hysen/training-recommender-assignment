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raining-match.streamlit.app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C8D2DF"/>
                </a:solidFill>
                <a:latin typeface="Aptos"/>
              </a:rPr>
              <a:t>Samma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kod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– men med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ett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gränssnitt</a:t>
            </a:r>
            <a:endParaRPr sz="1600" b="0" dirty="0">
              <a:solidFill>
                <a:srgbClr val="C8D2D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dirty="0">
                <a:solidFill>
                  <a:srgbClr val="C8D2DF"/>
                </a:solidFill>
                <a:latin typeface="Aptos"/>
              </a:rPr>
              <a:t>2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4124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Med Streamlit kan vi göra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2588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Pythonkod till 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132588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 err="1">
                <a:solidFill>
                  <a:srgbClr val="4FD2E0"/>
                </a:solidFill>
                <a:latin typeface="Aptos"/>
              </a:rPr>
              <a:t>interaktiv</a:t>
            </a:r>
            <a:r>
              <a:rPr sz="3100" b="1" dirty="0">
                <a:solidFill>
                  <a:srgbClr val="4FD2E0"/>
                </a:solidFill>
                <a:latin typeface="Aptos"/>
              </a:rPr>
              <a:t>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67712"/>
            <a:ext cx="5138928" cy="3429000"/>
          </a:xfrm>
          <a:prstGeom prst="roundRect">
            <a:avLst>
              <a:gd name="adj" fmla="val 12000"/>
            </a:avLst>
          </a:prstGeom>
          <a:solidFill>
            <a:srgbClr val="11212F"/>
          </a:solidFill>
          <a:ln>
            <a:solidFill>
              <a:srgbClr val="38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267712"/>
            <a:ext cx="5138928" cy="384048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9536" y="2423160"/>
            <a:ext cx="59436" cy="59436"/>
          </a:xfrm>
          <a:prstGeom prst="rect">
            <a:avLst/>
          </a:prstGeom>
          <a:solidFill>
            <a:srgbClr val="F48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4983" y="2423160"/>
            <a:ext cx="59436" cy="59436"/>
          </a:xfrm>
          <a:prstGeom prst="rect">
            <a:avLst/>
          </a:prstGeom>
          <a:solidFill>
            <a:srgbClr val="F9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70432" y="2423160"/>
            <a:ext cx="59436" cy="59436"/>
          </a:xfrm>
          <a:prstGeom prst="rect">
            <a:avLst/>
          </a:prstGeom>
          <a:solidFill>
            <a:srgbClr val="9DD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2267712"/>
            <a:ext cx="5138928" cy="3429000"/>
          </a:xfrm>
          <a:prstGeom prst="roundRect">
            <a:avLst>
              <a:gd name="adj" fmla="val 12000"/>
            </a:avLst>
          </a:prstGeom>
          <a:solidFill>
            <a:srgbClr val="11212F"/>
          </a:solidFill>
          <a:ln>
            <a:solidFill>
              <a:srgbClr val="38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2267712"/>
            <a:ext cx="5138928" cy="384048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64807" y="2423160"/>
            <a:ext cx="59436" cy="59436"/>
          </a:xfrm>
          <a:prstGeom prst="rect">
            <a:avLst/>
          </a:prstGeom>
          <a:solidFill>
            <a:srgbClr val="F48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20255" y="2423160"/>
            <a:ext cx="59436" cy="59436"/>
          </a:xfrm>
          <a:prstGeom prst="rect">
            <a:avLst/>
          </a:prstGeom>
          <a:solidFill>
            <a:srgbClr val="F9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75703" y="2423160"/>
            <a:ext cx="59436" cy="59436"/>
          </a:xfrm>
          <a:prstGeom prst="rect">
            <a:avLst/>
          </a:prstGeom>
          <a:solidFill>
            <a:srgbClr val="9DD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28529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C8B0EE"/>
                </a:solidFill>
                <a:latin typeface="Consolas"/>
              </a:rPr>
              <a:t>import streamlit as 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4472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4FD2E0"/>
                </a:solidFill>
                <a:latin typeface="Consolas"/>
              </a:rPr>
              <a:t>st.title("Hitta din träningsform")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05079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4FD2E0"/>
                </a:solidFill>
                <a:latin typeface="Consolas"/>
              </a:rPr>
              <a:t>st.write("Välj dina preferenser")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6451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4FD2E0"/>
                </a:solidFill>
                <a:latin typeface="Consolas"/>
              </a:rPr>
              <a:t>st.button("Visa förslag")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3776472"/>
            <a:ext cx="38404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4FD2E0"/>
                </a:solidFill>
                <a:latin typeface="Aptos"/>
              </a:rPr>
              <a:t>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95351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8FAFE"/>
                </a:solidFill>
                <a:latin typeface="Aptos"/>
              </a:rPr>
              <a:t>Hitta din träningsform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3822191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C8D2DF"/>
                </a:solidFill>
                <a:latin typeface="Aptos"/>
              </a:rPr>
              <a:t>Välj dina preferenser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6248" y="457200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46908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1212F"/>
                </a:solidFill>
                <a:latin typeface="Aptos"/>
              </a:rPr>
              <a:t>Visa förslag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C8D2DF"/>
                </a:solidFill>
                <a:latin typeface="Aptos"/>
              </a:rPr>
              <a:t>Min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prototyp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Hitta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din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träningsform</a:t>
            </a:r>
            <a:endParaRPr sz="1600" b="0" dirty="0">
              <a:solidFill>
                <a:srgbClr val="C8D2D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8D2DF"/>
                </a:solidFill>
                <a:latin typeface="Aptos"/>
              </a:rPr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95528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En app som både använder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801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och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2801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 err="1">
                <a:solidFill>
                  <a:srgbClr val="4FD2E0"/>
                </a:solidFill>
                <a:latin typeface="Aptos"/>
              </a:rPr>
              <a:t>samlar</a:t>
            </a:r>
            <a:r>
              <a:rPr sz="3100" b="1" dirty="0">
                <a:solidFill>
                  <a:srgbClr val="4FD2E0"/>
                </a:solidFill>
                <a:latin typeface="Aptos"/>
              </a:rPr>
              <a:t> in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212848"/>
            <a:ext cx="10744200" cy="1600200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2376" y="2212848"/>
            <a:ext cx="82296" cy="160020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" y="2395728"/>
            <a:ext cx="548640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4FD2E0"/>
                </a:solidFill>
                <a:latin typeface="Aptos"/>
              </a:rPr>
              <a:t>01  ANVÄNDA BEFINTLIG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2889504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3044952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E"/>
                </a:solidFill>
                <a:latin typeface="Aptos"/>
              </a:rPr>
              <a:t>Träningsönskemål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9900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4FD2E0"/>
                </a:solidFill>
                <a:latin typeface="Aptos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2889504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30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044952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E"/>
                </a:solidFill>
                <a:latin typeface="Aptos"/>
              </a:rPr>
              <a:t>Python jämför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99008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4FD2E0"/>
                </a:solidFill>
                <a:latin typeface="Aptos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5" y="2889504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74736" y="3044952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4FD2E0"/>
                </a:solidFill>
                <a:latin typeface="Aptos"/>
              </a:rPr>
              <a:t>Träningsförslag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4187952"/>
            <a:ext cx="10744200" cy="1600200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2376" y="4187952"/>
            <a:ext cx="82296" cy="1600200"/>
          </a:xfrm>
          <a:prstGeom prst="rect">
            <a:avLst/>
          </a:prstGeom>
          <a:solidFill>
            <a:srgbClr val="C8B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" y="4370832"/>
            <a:ext cx="548640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8B0EE"/>
                </a:solidFill>
                <a:latin typeface="Aptos"/>
              </a:rPr>
              <a:t>02  SAMLA IN NY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" y="4864608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07007" y="5020056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E"/>
                </a:solidFill>
                <a:latin typeface="Aptos"/>
              </a:rPr>
              <a:t>Spara svar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496519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C8B0EE"/>
                </a:solidFill>
                <a:latin typeface="Aptos"/>
              </a:rPr>
              <a:t>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4864608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30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0872" y="5020056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F8FAFE"/>
                </a:solidFill>
                <a:latin typeface="Aptos"/>
              </a:rPr>
              <a:t>CSV-fil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496519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C8B0EE"/>
                </a:solidFill>
                <a:latin typeface="Aptos"/>
              </a:rPr>
              <a:t>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5" y="4864608"/>
            <a:ext cx="2670048" cy="585216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4736" y="5020056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C8B0EE"/>
                </a:solidFill>
                <a:latin typeface="Aptos"/>
              </a:rPr>
              <a:t>Statistik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C8D2DF"/>
                </a:solidFill>
                <a:latin typeface="Aptos"/>
              </a:rPr>
              <a:t>Nu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testar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vi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appen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!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8D2DF"/>
                </a:solidFill>
                <a:latin typeface="Aptos"/>
              </a:rPr>
              <a:t>4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77240"/>
            <a:ext cx="365760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Från frågor till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777240"/>
            <a:ext cx="512064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 err="1">
                <a:solidFill>
                  <a:srgbClr val="4FD2E0"/>
                </a:solidFill>
                <a:latin typeface="Aptos"/>
              </a:rPr>
              <a:t>träningsförslag</a:t>
            </a:r>
            <a:endParaRPr sz="3100" b="1" dirty="0">
              <a:solidFill>
                <a:srgbClr val="4FD2E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252728"/>
            <a:ext cx="1143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>
                <a:solidFill>
                  <a:srgbClr val="F8FAFE"/>
                </a:solidFill>
                <a:latin typeface="Aptos"/>
              </a:rPr>
              <a:t>och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25272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 err="1">
                <a:solidFill>
                  <a:srgbClr val="4FD2E0"/>
                </a:solidFill>
                <a:latin typeface="Aptos"/>
              </a:rPr>
              <a:t>statistik</a:t>
            </a:r>
            <a:endParaRPr sz="3100" b="1" dirty="0">
              <a:solidFill>
                <a:srgbClr val="4FD2E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423160"/>
            <a:ext cx="3520440" cy="27614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423160"/>
            <a:ext cx="59436" cy="2761488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6974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4FD2E0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4992"/>
            <a:ext cx="3090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Svara på frågorna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36168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Mål • tid • intensitet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423160"/>
            <a:ext cx="3520440" cy="27614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59" y="2423160"/>
            <a:ext cx="59436" cy="2761488"/>
          </a:xfrm>
          <a:prstGeom prst="rect">
            <a:avLst/>
          </a:prstGeom>
          <a:solidFill>
            <a:srgbClr val="C8B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8303" y="26974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C8B0EE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364992"/>
            <a:ext cx="3090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Se träningsförslagen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36168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Tre matchningar och ett diagram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2423160"/>
            <a:ext cx="3520440" cy="27614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02752" y="2423160"/>
            <a:ext cx="59436" cy="2761488"/>
          </a:xfrm>
          <a:prstGeom prst="rect">
            <a:avLst/>
          </a:prstGeom>
          <a:solidFill>
            <a:srgbClr val="98D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0496" y="26974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98D9AC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64992"/>
            <a:ext cx="3090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Spara och visa statistik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361688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Nya svar sammanställs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3136392" y="5550408"/>
            <a:ext cx="5943600" cy="512064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hlinkClick r:id="rId2"/>
          </p:cNvPr>
          <p:cNvSpPr txBox="1"/>
          <p:nvPr/>
        </p:nvSpPr>
        <p:spPr>
          <a:xfrm>
            <a:off x="3328416" y="5660136"/>
            <a:ext cx="557784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4FD2E0"/>
                </a:solidFill>
                <a:latin typeface="Aptos"/>
              </a:rPr>
              <a:t>ÖPPNA APPEN ↗ training-</a:t>
            </a:r>
            <a:r>
              <a:rPr sz="1500" b="1" dirty="0" err="1">
                <a:solidFill>
                  <a:srgbClr val="4FD2E0"/>
                </a:solidFill>
                <a:latin typeface="Aptos"/>
              </a:rPr>
              <a:t>match.streamlit.app</a:t>
            </a:r>
            <a:endParaRPr sz="1500" b="1" dirty="0">
              <a:solidFill>
                <a:srgbClr val="4FD2E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C8D2DF"/>
                </a:solidFill>
                <a:latin typeface="Aptos"/>
              </a:rPr>
              <a:t>Hur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fungerar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Streamlits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interaktivitet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8D2DF"/>
                </a:solidFill>
                <a:latin typeface="Aptos"/>
              </a:rPr>
              <a:t>5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7724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Vad händer när jag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777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dirty="0" err="1">
                <a:solidFill>
                  <a:srgbClr val="4FD2E0"/>
                </a:solidFill>
                <a:latin typeface="Aptos"/>
              </a:rPr>
              <a:t>klickar</a:t>
            </a:r>
            <a:endParaRPr sz="3100" b="1" dirty="0">
              <a:solidFill>
                <a:srgbClr val="4FD2E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271016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på en knapp?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148840"/>
            <a:ext cx="10698480" cy="7040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2148840"/>
            <a:ext cx="82296" cy="704088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3408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4FD2E0"/>
                </a:solidFill>
                <a:latin typeface="Aptos"/>
              </a:rPr>
              <a:t>KLICK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1343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F8FAFE"/>
                </a:solidFill>
                <a:latin typeface="Aptos"/>
              </a:rPr>
              <a:t>Jag klickar på ”Spara mina inställningar”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2980944"/>
            <a:ext cx="10698480" cy="7040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2980944"/>
            <a:ext cx="82296" cy="704088"/>
          </a:xfrm>
          <a:prstGeom prst="rect">
            <a:avLst/>
          </a:prstGeom>
          <a:solidFill>
            <a:srgbClr val="C8B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1729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8B0EE"/>
                </a:solidFill>
                <a:latin typeface="Aptos"/>
              </a:rPr>
              <a:t>OMKÖRNING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145536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F8FAFE"/>
                </a:solidFill>
                <a:latin typeface="Aptos"/>
              </a:rPr>
              <a:t>Streamlit kör koden uppifrån och ner igen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813048"/>
            <a:ext cx="10698480" cy="7040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3813048"/>
            <a:ext cx="82296" cy="704088"/>
          </a:xfrm>
          <a:prstGeom prst="rect">
            <a:avLst/>
          </a:prstGeom>
          <a:solidFill>
            <a:srgbClr val="7FA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0050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7FA9EA"/>
                </a:solidFill>
                <a:latin typeface="Aptos"/>
              </a:rPr>
              <a:t>NYTT LÄGE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77639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F8FAFE"/>
                </a:solidFill>
                <a:latin typeface="Aptos"/>
              </a:rPr>
              <a:t>Knappen för träningsförslag är inte längre aktiv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4645152"/>
            <a:ext cx="10698480" cy="70408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384" y="4645152"/>
            <a:ext cx="82296" cy="704088"/>
          </a:xfrm>
          <a:prstGeom prst="rect">
            <a:avLst/>
          </a:prstGeom>
          <a:solidFill>
            <a:srgbClr val="98D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" y="48371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98D9AC"/>
                </a:solidFill>
                <a:latin typeface="Aptos"/>
              </a:rPr>
              <a:t>MINNE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809744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F8FAFE"/>
                </a:solidFill>
                <a:latin typeface="Aptos"/>
              </a:rPr>
              <a:t>st.session_state behåller träningsförslagen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5605272"/>
            <a:ext cx="8092440" cy="475488"/>
          </a:xfrm>
          <a:prstGeom prst="roundRect">
            <a:avLst>
              <a:gd name="adj" fmla="val 12000"/>
            </a:avLst>
          </a:prstGeom>
          <a:solidFill>
            <a:srgbClr val="20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21992" y="5687568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4FD2E0"/>
                </a:solidFill>
                <a:latin typeface="Consolas"/>
              </a:rPr>
              <a:t>st.session_state["recommendations"] =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C8D2DF"/>
                </a:solidFill>
                <a:latin typeface="Aptos"/>
              </a:rPr>
              <a:t>Vad tar jag med </a:t>
            </a:r>
            <a:r>
              <a:rPr sz="1600" b="0" dirty="0" err="1">
                <a:solidFill>
                  <a:srgbClr val="C8D2DF"/>
                </a:solidFill>
                <a:latin typeface="Aptos"/>
              </a:rPr>
              <a:t>mig</a:t>
            </a:r>
            <a:r>
              <a:rPr sz="1600" b="0" dirty="0">
                <a:solidFill>
                  <a:srgbClr val="C8D2DF"/>
                </a:solidFill>
                <a:latin typeface="Aptos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8D2DF"/>
                </a:solidFill>
                <a:latin typeface="Aptos"/>
              </a:rPr>
              <a:t>6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77240"/>
            <a:ext cx="91440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F8FAFE"/>
                </a:solidFill>
                <a:latin typeface="Aptos"/>
              </a:rPr>
              <a:t>Från kod och data till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71016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>
                <a:solidFill>
                  <a:srgbClr val="4FD2E0"/>
                </a:solidFill>
                <a:latin typeface="Aptos"/>
              </a:rPr>
              <a:t>användbar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48840"/>
            <a:ext cx="10771632" cy="102412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148840"/>
            <a:ext cx="77724" cy="1024128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FD2E0"/>
                </a:solidFill>
                <a:latin typeface="Aptos"/>
              </a:rPr>
              <a:t>LÄRDOM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286000"/>
            <a:ext cx="79552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Python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715768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Användaren kan både få resultat och bidra med ny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28416"/>
            <a:ext cx="10771632" cy="102412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328416"/>
            <a:ext cx="77724" cy="1024128"/>
          </a:xfrm>
          <a:prstGeom prst="rect">
            <a:avLst/>
          </a:prstGeom>
          <a:solidFill>
            <a:srgbClr val="C8B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53872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8B0EE"/>
                </a:solidFill>
                <a:latin typeface="Aptos"/>
              </a:rPr>
              <a:t>BEGRÄNSNING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465576"/>
            <a:ext cx="79552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Tillfällig lagring i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895344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Nya svar kan försvinna när appen startas 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07992"/>
            <a:ext cx="10771632" cy="1024128"/>
          </a:xfrm>
          <a:prstGeom prst="roundRect">
            <a:avLst>
              <a:gd name="adj" fmla="val 12000"/>
            </a:avLst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4507992"/>
            <a:ext cx="77724" cy="1024128"/>
          </a:xfrm>
          <a:prstGeom prst="rect">
            <a:avLst/>
          </a:prstGeom>
          <a:solidFill>
            <a:srgbClr val="98D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1830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98D9AC"/>
                </a:solidFill>
                <a:latin typeface="Aptos"/>
              </a:rPr>
              <a:t>NÄSTA STEG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645152"/>
            <a:ext cx="7955279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8FAFE"/>
                </a:solidFill>
                <a:latin typeface="Aptos"/>
              </a:rPr>
              <a:t>En extern databas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507492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C8D2DF"/>
                </a:solidFill>
                <a:latin typeface="Aptos"/>
              </a:rPr>
              <a:t>Då kan användardatan sparas och finnas kvar över tid.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" y="91440"/>
            <a:ext cx="82296" cy="6675120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C8D2DF"/>
                </a:solidFill>
                <a:latin typeface="Aptos"/>
              </a:rPr>
              <a:t>Avslutning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429768"/>
            <a:ext cx="644652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>
                <a:solidFill>
                  <a:srgbClr val="C8D2DF"/>
                </a:solidFill>
                <a:latin typeface="Aptos"/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6464808"/>
            <a:ext cx="11064240" cy="8229"/>
          </a:xfrm>
          <a:prstGeom prst="rect">
            <a:avLst/>
          </a:prstGeom>
          <a:solidFill>
            <a:srgbClr val="385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dirty="0">
                <a:solidFill>
                  <a:srgbClr val="C8D2DF"/>
                </a:solidFill>
                <a:latin typeface="Aptos"/>
              </a:rPr>
              <a:t>SHARA HYSÉN  •  FÖRDJUPNING I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500" b="1">
                <a:solidFill>
                  <a:srgbClr val="F8FAFE"/>
                </a:solidFill>
                <a:latin typeface="Aptos"/>
              </a:rPr>
              <a:t>Tack för mig!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3703320"/>
            <a:ext cx="3813048" cy="54864"/>
          </a:xfrm>
          <a:prstGeom prst="rect">
            <a:avLst/>
          </a:prstGeom>
          <a:solidFill>
            <a:srgbClr val="4F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308</Words>
  <Application>Microsoft Office PowerPoint</Application>
  <PresentationFormat>Bredbild</PresentationFormat>
  <Paragraphs>82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Shara Hysén</dc:creator>
  <cp:keywords/>
  <dc:description>generated using python-pptx</dc:description>
  <cp:lastModifiedBy>Shara Hysén</cp:lastModifiedBy>
  <cp:revision>3</cp:revision>
  <dcterms:created xsi:type="dcterms:W3CDTF">2013-01-27T09:14:16Z</dcterms:created>
  <dcterms:modified xsi:type="dcterms:W3CDTF">2026-09-23T21:23:00Z</dcterms:modified>
  <cp:category/>
</cp:coreProperties>
</file>